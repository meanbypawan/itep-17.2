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1200"/>
              <a:t>Python Internal Architecture Interview 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/>
              <a:t>Comprehensive Interview Preparation for Python Internals, PVM, Bytecode, GIL, Memory Management, Threading and Execution 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1. What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Python is a high-level, interpreted, dynamically typed, object-oriented programming language.</a:t>
            </a:r>
          </a:p>
          <a:p>
            <a:pPr/>
          </a:p>
          <a:p>
            <a:pPr/>
            <a:r>
              <a:rPr sz="1200"/>
              <a:t>Features:</a:t>
            </a:r>
          </a:p>
          <a:p>
            <a:pPr/>
            <a:r>
              <a:rPr sz="1200"/>
              <a:t>- Easy syntax and readability</a:t>
            </a:r>
          </a:p>
          <a:p>
            <a:pPr/>
            <a:r>
              <a:rPr sz="1200"/>
              <a:t>- Platform independent</a:t>
            </a:r>
          </a:p>
          <a:p>
            <a:pPr/>
            <a:r>
              <a:rPr sz="1200"/>
              <a:t>- Supports OOP, Functional and Procedural programming</a:t>
            </a:r>
          </a:p>
          <a:p>
            <a:pPr/>
            <a:r>
              <a:rPr sz="1200"/>
              <a:t>- Large standard library</a:t>
            </a:r>
          </a:p>
          <a:p>
            <a:pPr/>
            <a:r>
              <a:rPr sz="1200"/>
              <a:t>- Widely used in AI/ML, Web Development, Automation, Data Science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2. What is PVM (Python Virtual Machine)?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PVM stands for Python Virtual Machine.</a:t>
            </a:r>
          </a:p>
          <a:p>
            <a:pPr/>
          </a:p>
          <a:p>
            <a:pPr/>
            <a:r>
              <a:rPr sz="1200"/>
              <a:t>Responsibilities:</a:t>
            </a:r>
          </a:p>
          <a:p>
            <a:pPr/>
            <a:r>
              <a:rPr sz="1200"/>
              <a:t>- Executes Python bytecode</a:t>
            </a:r>
          </a:p>
          <a:p>
            <a:pPr/>
            <a:r>
              <a:rPr sz="1200"/>
              <a:t>- Converts bytecode into machine-level operations</a:t>
            </a:r>
          </a:p>
          <a:p>
            <a:pPr/>
            <a:r>
              <a:rPr sz="1200"/>
              <a:t>- Manages runtime execution</a:t>
            </a:r>
          </a:p>
          <a:p>
            <a:pPr/>
          </a:p>
          <a:p>
            <a:pPr/>
            <a:r>
              <a:rPr sz="1200"/>
              <a:t>Similar to JVM in Java.</a:t>
            </a:r>
          </a:p>
          <a:p>
            <a:pPr/>
            <a:r>
              <a:rPr sz="1200"/>
              <a:t>Difference: JVM executes .class files whereas PVM executes Python bytecode (.pyc).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3. Python Program Execution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Execution Flow:</a:t>
            </a:r>
          </a:p>
          <a:p>
            <a:pPr/>
            <a:r>
              <a:rPr sz="1200"/>
              <a:t>1. Source Code (.py)</a:t>
            </a:r>
          </a:p>
          <a:p>
            <a:pPr/>
            <a:r>
              <a:rPr sz="1200"/>
              <a:t>2. Lexical Analysis</a:t>
            </a:r>
          </a:p>
          <a:p>
            <a:pPr/>
            <a:r>
              <a:rPr sz="1200"/>
              <a:t>3. Parsing</a:t>
            </a:r>
          </a:p>
          <a:p>
            <a:pPr/>
            <a:r>
              <a:rPr sz="1200"/>
              <a:t>4. Compilation</a:t>
            </a:r>
          </a:p>
          <a:p>
            <a:pPr/>
            <a:r>
              <a:rPr sz="1200"/>
              <a:t>5. Bytecode Generation (.pyc)</a:t>
            </a:r>
          </a:p>
          <a:p>
            <a:pPr/>
            <a:r>
              <a:rPr sz="1200"/>
              <a:t>6. PVM Execution</a:t>
            </a:r>
          </a:p>
          <a:p>
            <a:pPr/>
            <a:r>
              <a:rPr sz="1200"/>
              <a:t>7. Machine-Level Execution</a:t>
            </a:r>
          </a:p>
          <a:p>
            <a:pPr/>
          </a:p>
          <a:p>
            <a:pPr/>
            <a:r>
              <a:rPr sz="1200"/>
              <a:t>Python is both compiled and interpreted.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4. What is Bytecode?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Bytecode is intermediate platform-independent code generated after compilation.</a:t>
            </a:r>
          </a:p>
          <a:p>
            <a:pPr/>
          </a:p>
          <a:p>
            <a:pPr/>
            <a:r>
              <a:rPr sz="1200"/>
              <a:t>Important Points:</a:t>
            </a:r>
          </a:p>
          <a:p>
            <a:pPr/>
            <a:r>
              <a:rPr sz="1200"/>
              <a:t>- Stored in .pyc files</a:t>
            </a:r>
          </a:p>
          <a:p>
            <a:pPr/>
            <a:r>
              <a:rPr sz="1200"/>
              <a:t>- Faster loading during next execution</a:t>
            </a:r>
          </a:p>
          <a:p>
            <a:pPr/>
            <a:r>
              <a:rPr sz="1200"/>
              <a:t>- Located inside __pycache__ folder</a:t>
            </a:r>
          </a:p>
          <a:p>
            <a:pPr/>
            <a:r>
              <a:rPr sz="1200"/>
              <a:t>- Executed by PVM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5. Components of Python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Main Components:</a:t>
            </a:r>
          </a:p>
          <a:p>
            <a:pPr/>
            <a:r>
              <a:rPr sz="1200"/>
              <a:t>- Python Source Code (.py)</a:t>
            </a:r>
          </a:p>
          <a:p>
            <a:pPr/>
            <a:r>
              <a:rPr sz="1200"/>
              <a:t>- Compiler</a:t>
            </a:r>
          </a:p>
          <a:p>
            <a:pPr/>
            <a:r>
              <a:rPr sz="1200"/>
              <a:t>- Bytecode (.pyc)</a:t>
            </a:r>
          </a:p>
          <a:p>
            <a:pPr/>
            <a:r>
              <a:rPr sz="1200"/>
              <a:t>- Python Virtual Machine (PVM)</a:t>
            </a:r>
          </a:p>
          <a:p>
            <a:pPr/>
            <a:r>
              <a:rPr sz="1200"/>
              <a:t>- Memory Manager</a:t>
            </a:r>
          </a:p>
          <a:p>
            <a:pPr/>
            <a:r>
              <a:rPr sz="1200"/>
              <a:t>- Garbage Collector</a:t>
            </a:r>
          </a:p>
          <a:p>
            <a:pPr/>
          </a:p>
          <a:p>
            <a:pPr/>
            <a:r>
              <a:rPr sz="1200"/>
              <a:t>All components work together to execute Python programs.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6. What is Dynamic Typing?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Python is dynamically typed.</a:t>
            </a:r>
          </a:p>
          <a:p>
            <a:pPr/>
          </a:p>
          <a:p>
            <a:pPr/>
            <a:r>
              <a:rPr sz="1200"/>
              <a:t>Meaning:</a:t>
            </a:r>
          </a:p>
          <a:p>
            <a:pPr/>
            <a:r>
              <a:rPr sz="1200"/>
              <a:t>- Variable type is determined at runtime</a:t>
            </a:r>
          </a:p>
          <a:p>
            <a:pPr/>
            <a:r>
              <a:rPr sz="1200"/>
              <a:t>- No need to declare datatype explicitly</a:t>
            </a:r>
          </a:p>
          <a:p>
            <a:pPr/>
          </a:p>
          <a:p>
            <a:pPr/>
            <a:r>
              <a:rPr sz="1200"/>
              <a:t>Example:</a:t>
            </a:r>
          </a:p>
          <a:p>
            <a:pPr/>
            <a:r>
              <a:rPr sz="1200"/>
              <a:t>x = 10</a:t>
            </a:r>
          </a:p>
          <a:p>
            <a:pPr/>
            <a:r>
              <a:rPr sz="1200"/>
              <a:t>x = 'ABC'</a:t>
            </a:r>
          </a:p>
          <a:p>
            <a:pPr/>
          </a:p>
          <a:p>
            <a:pPr/>
            <a:r>
              <a:rPr sz="1200"/>
              <a:t>Same variable can hold different datatypes.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7. What is GIL?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GIL = Global Interpreter Lock.</a:t>
            </a:r>
          </a:p>
          <a:p>
            <a:pPr/>
          </a:p>
          <a:p>
            <a:pPr/>
            <a:r>
              <a:rPr sz="1200"/>
              <a:t>It allows only one thread to execute Python bytecode at a time in CPython.</a:t>
            </a:r>
          </a:p>
          <a:p>
            <a:pPr/>
          </a:p>
          <a:p>
            <a:pPr/>
            <a:r>
              <a:rPr sz="1200"/>
              <a:t>Advantages:</a:t>
            </a:r>
          </a:p>
          <a:p>
            <a:pPr/>
            <a:r>
              <a:rPr sz="1200"/>
              <a:t>- Prevents memory corruption</a:t>
            </a:r>
          </a:p>
          <a:p>
            <a:pPr/>
            <a:r>
              <a:rPr sz="1200"/>
              <a:t>- Simplifies memory management</a:t>
            </a:r>
          </a:p>
          <a:p>
            <a:pPr/>
          </a:p>
          <a:p>
            <a:pPr/>
            <a:r>
              <a:rPr sz="1200"/>
              <a:t>Disadvantages:</a:t>
            </a:r>
          </a:p>
          <a:p>
            <a:pPr/>
            <a:r>
              <a:rPr sz="1200"/>
              <a:t>- Limits CPU-bound multithreading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8. Why was GIL introduced?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GIL protects:</a:t>
            </a:r>
          </a:p>
          <a:p>
            <a:pPr/>
            <a:r>
              <a:rPr sz="1200"/>
              <a:t>- Reference counting</a:t>
            </a:r>
          </a:p>
          <a:p>
            <a:pPr/>
            <a:r>
              <a:rPr sz="1200"/>
              <a:t>- Internal memory structures</a:t>
            </a:r>
          </a:p>
          <a:p>
            <a:pPr/>
            <a:r>
              <a:rPr sz="1200"/>
              <a:t>- Interpreter stability</a:t>
            </a:r>
          </a:p>
          <a:p>
            <a:pPr/>
          </a:p>
          <a:p>
            <a:pPr/>
            <a:r>
              <a:rPr sz="1200"/>
              <a:t>Without GIL:</a:t>
            </a:r>
          </a:p>
          <a:p>
            <a:pPr/>
            <a:r>
              <a:rPr sz="1200"/>
              <a:t>- Race conditions inside interpreter could occur</a:t>
            </a:r>
          </a:p>
          <a:p>
            <a:pPr/>
            <a:r>
              <a:rPr sz="1200"/>
              <a:t>- Memory corruption may happen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9. Multithreading vs Multiprocessing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Multithreading:</a:t>
            </a:r>
          </a:p>
          <a:p>
            <a:pPr/>
            <a:r>
              <a:rPr sz="1200"/>
              <a:t>- Same process</a:t>
            </a:r>
          </a:p>
          <a:p>
            <a:pPr/>
            <a:r>
              <a:rPr sz="1200"/>
              <a:t>- Shared memory</a:t>
            </a:r>
          </a:p>
          <a:p>
            <a:pPr/>
            <a:r>
              <a:rPr sz="1200"/>
              <a:t>- Lightweight</a:t>
            </a:r>
          </a:p>
          <a:p>
            <a:pPr/>
            <a:r>
              <a:rPr sz="1200"/>
              <a:t>- Affected by GIL</a:t>
            </a:r>
          </a:p>
          <a:p>
            <a:pPr/>
          </a:p>
          <a:p>
            <a:pPr/>
            <a:r>
              <a:rPr sz="1200"/>
              <a:t>Multiprocessing:</a:t>
            </a:r>
          </a:p>
          <a:p>
            <a:pPr/>
            <a:r>
              <a:rPr sz="1200"/>
              <a:t>- Separate processes</a:t>
            </a:r>
          </a:p>
          <a:p>
            <a:pPr/>
            <a:r>
              <a:rPr sz="1200"/>
              <a:t>- Separate memory</a:t>
            </a:r>
          </a:p>
          <a:p>
            <a:pPr/>
            <a:r>
              <a:rPr sz="1200"/>
              <a:t>- True parallelism</a:t>
            </a:r>
          </a:p>
          <a:p>
            <a:pPr/>
            <a:r>
              <a:rPr sz="1200"/>
              <a:t>- Better for CPU-intensive tasks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10. Memory Management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Python uses automatic memory management.</a:t>
            </a:r>
          </a:p>
          <a:p>
            <a:pPr/>
          </a:p>
          <a:p>
            <a:pPr/>
            <a:r>
              <a:rPr sz="1200"/>
              <a:t>Techniques:</a:t>
            </a:r>
          </a:p>
          <a:p>
            <a:pPr/>
            <a:r>
              <a:rPr sz="1200"/>
              <a:t>- Reference Counting</a:t>
            </a:r>
          </a:p>
          <a:p>
            <a:pPr/>
            <a:r>
              <a:rPr sz="1200"/>
              <a:t>- Garbage Collection</a:t>
            </a:r>
          </a:p>
          <a:p>
            <a:pPr/>
          </a:p>
          <a:p>
            <a:pPr/>
            <a:r>
              <a:rPr sz="1200"/>
              <a:t>Heap Memory:</a:t>
            </a:r>
          </a:p>
          <a:p>
            <a:pPr/>
            <a:r>
              <a:rPr sz="1200"/>
              <a:t>- Stores objects</a:t>
            </a:r>
          </a:p>
          <a:p>
            <a:pPr/>
          </a:p>
          <a:p>
            <a:pPr/>
            <a:r>
              <a:rPr sz="1200"/>
              <a:t>Stack Memory:</a:t>
            </a:r>
          </a:p>
          <a:p>
            <a:pPr/>
            <a:r>
              <a:rPr sz="1200"/>
              <a:t>- Stores function calls and local variables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11. What is Reference Counting?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Every Python object maintains a reference count.</a:t>
            </a:r>
          </a:p>
          <a:p>
            <a:pPr/>
          </a:p>
          <a:p>
            <a:pPr/>
            <a:r>
              <a:rPr sz="1200"/>
              <a:t>When reference count becomes zero:</a:t>
            </a:r>
          </a:p>
          <a:p>
            <a:pPr/>
            <a:r>
              <a:rPr sz="1200"/>
              <a:t>- Object becomes eligible for garbage collection</a:t>
            </a:r>
          </a:p>
          <a:p>
            <a:pPr/>
          </a:p>
          <a:p>
            <a:pPr/>
            <a:r>
              <a:rPr sz="1200"/>
              <a:t>Python internally tracks object usage for efficient memory cleanup.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12. What is Garbage Collection?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Garbage Collector removes unused objects automatically.</a:t>
            </a:r>
          </a:p>
          <a:p>
            <a:pPr/>
          </a:p>
          <a:p>
            <a:pPr/>
            <a:r>
              <a:rPr sz="1200"/>
              <a:t>Python mainly uses:</a:t>
            </a:r>
          </a:p>
          <a:p>
            <a:pPr/>
            <a:r>
              <a:rPr sz="1200"/>
              <a:t>- Reference counting</a:t>
            </a:r>
          </a:p>
          <a:p>
            <a:pPr/>
            <a:r>
              <a:rPr sz="1200"/>
              <a:t>- Cyclic garbage collector</a:t>
            </a:r>
          </a:p>
          <a:p>
            <a:pPr/>
          </a:p>
          <a:p>
            <a:pPr/>
            <a:r>
              <a:rPr sz="1200"/>
              <a:t>Helps avoid memory leaks.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13. Mutable vs Immutable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Immutable Objects:</a:t>
            </a:r>
          </a:p>
          <a:p>
            <a:pPr/>
            <a:r>
              <a:rPr sz="1200"/>
              <a:t>- int</a:t>
            </a:r>
          </a:p>
          <a:p>
            <a:pPr/>
            <a:r>
              <a:rPr sz="1200"/>
              <a:t>- float</a:t>
            </a:r>
          </a:p>
          <a:p>
            <a:pPr/>
            <a:r>
              <a:rPr sz="1200"/>
              <a:t>- str</a:t>
            </a:r>
          </a:p>
          <a:p>
            <a:pPr/>
            <a:r>
              <a:rPr sz="1200"/>
              <a:t>- tuple</a:t>
            </a:r>
          </a:p>
          <a:p>
            <a:pPr/>
          </a:p>
          <a:p>
            <a:pPr/>
            <a:r>
              <a:rPr sz="1200"/>
              <a:t>Mutable Objects:</a:t>
            </a:r>
          </a:p>
          <a:p>
            <a:pPr/>
            <a:r>
              <a:rPr sz="1200"/>
              <a:t>- list</a:t>
            </a:r>
          </a:p>
          <a:p>
            <a:pPr/>
            <a:r>
              <a:rPr sz="1200"/>
              <a:t>- dict</a:t>
            </a:r>
          </a:p>
          <a:p>
            <a:pPr/>
            <a:r>
              <a:rPr sz="1200"/>
              <a:t>- set</a:t>
            </a:r>
          </a:p>
          <a:p>
            <a:pPr/>
          </a:p>
          <a:p>
            <a:pPr/>
            <a:r>
              <a:rPr sz="1200"/>
              <a:t>Mutable objects can change after creation.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14. What is Namespace?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Namespace is a container holding identifiers and objects.</a:t>
            </a:r>
          </a:p>
          <a:p>
            <a:pPr/>
          </a:p>
          <a:p>
            <a:pPr/>
            <a:r>
              <a:rPr sz="1200"/>
              <a:t>Types:</a:t>
            </a:r>
          </a:p>
          <a:p>
            <a:pPr/>
            <a:r>
              <a:rPr sz="1200"/>
              <a:t>- Local Namespace</a:t>
            </a:r>
          </a:p>
          <a:p>
            <a:pPr/>
            <a:r>
              <a:rPr sz="1200"/>
              <a:t>- Global Namespace</a:t>
            </a:r>
          </a:p>
          <a:p>
            <a:pPr/>
            <a:r>
              <a:rPr sz="1200"/>
              <a:t>- Built-in Namespace</a:t>
            </a:r>
          </a:p>
          <a:p>
            <a:pPr/>
            <a:r>
              <a:rPr sz="1200"/>
              <a:t>- Enclosing Namespace</a:t>
            </a:r>
          </a:p>
          <a:p>
            <a:pPr/>
          </a:p>
          <a:p>
            <a:pPr/>
            <a:r>
              <a:rPr sz="1200"/>
              <a:t>Python follows LEGB rule for variable lookup.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15. LEGB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Variable Lookup Order:</a:t>
            </a:r>
          </a:p>
          <a:p>
            <a:pPr/>
            <a:r>
              <a:rPr sz="1200"/>
              <a:t>L -&gt; Local</a:t>
            </a:r>
          </a:p>
          <a:p>
            <a:pPr/>
            <a:r>
              <a:rPr sz="1200"/>
              <a:t>E -&gt; Enclosing</a:t>
            </a:r>
          </a:p>
          <a:p>
            <a:pPr/>
            <a:r>
              <a:rPr sz="1200"/>
              <a:t>G -&gt; Global</a:t>
            </a:r>
          </a:p>
          <a:p>
            <a:pPr/>
            <a:r>
              <a:rPr sz="1200"/>
              <a:t>B -&gt; Built-in</a:t>
            </a:r>
          </a:p>
          <a:p>
            <a:pPr/>
          </a:p>
          <a:p>
            <a:pPr/>
            <a:r>
              <a:rPr sz="1200"/>
              <a:t>Python searches variables in this exact order.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16. Module vs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Module:</a:t>
            </a:r>
          </a:p>
          <a:p>
            <a:pPr/>
            <a:r>
              <a:rPr sz="1200"/>
              <a:t>- Single .py file</a:t>
            </a:r>
          </a:p>
          <a:p>
            <a:pPr/>
          </a:p>
          <a:p>
            <a:pPr/>
            <a:r>
              <a:rPr sz="1200"/>
              <a:t>Package:</a:t>
            </a:r>
          </a:p>
          <a:p>
            <a:pPr/>
            <a:r>
              <a:rPr sz="1200"/>
              <a:t>- Collection of modules</a:t>
            </a:r>
          </a:p>
          <a:p>
            <a:pPr/>
            <a:r>
              <a:rPr sz="1200"/>
              <a:t>- Usually contains __init__.py</a:t>
            </a:r>
          </a:p>
          <a:p>
            <a:pPr/>
          </a:p>
          <a:p>
            <a:pPr/>
            <a:r>
              <a:rPr sz="1200"/>
              <a:t>Packages help organize large applications.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17. How Import Works Internally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Python Import Process:</a:t>
            </a:r>
          </a:p>
          <a:p>
            <a:pPr/>
            <a:r>
              <a:rPr sz="1200"/>
              <a:t>1. Check sys.modules cache</a:t>
            </a:r>
          </a:p>
          <a:p>
            <a:pPr/>
            <a:r>
              <a:rPr sz="1200"/>
              <a:t>2. Search built-in modules</a:t>
            </a:r>
          </a:p>
          <a:p>
            <a:pPr/>
            <a:r>
              <a:rPr sz="1200"/>
              <a:t>3. Search current directory</a:t>
            </a:r>
          </a:p>
          <a:p>
            <a:pPr/>
            <a:r>
              <a:rPr sz="1200"/>
              <a:t>4. Search PYTHONPATH</a:t>
            </a:r>
          </a:p>
          <a:p>
            <a:pPr/>
            <a:r>
              <a:rPr sz="1200"/>
              <a:t>5. Compile if required</a:t>
            </a:r>
          </a:p>
          <a:p>
            <a:pPr/>
            <a:r>
              <a:rPr sz="1200"/>
              <a:t>6. Generate bytecode</a:t>
            </a:r>
          </a:p>
          <a:p>
            <a:pPr/>
            <a:r>
              <a:rPr sz="1200"/>
              <a:t>7. Load module object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18. What is sys.modules?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sys.modules is a dictionary containing all imported modules.</a:t>
            </a:r>
          </a:p>
          <a:p>
            <a:pPr/>
          </a:p>
          <a:p>
            <a:pPr/>
            <a:r>
              <a:rPr sz="1200"/>
              <a:t>Purpose:</a:t>
            </a:r>
          </a:p>
          <a:p>
            <a:pPr/>
            <a:r>
              <a:rPr sz="1200"/>
              <a:t>- Prevents duplicate loading</a:t>
            </a:r>
          </a:p>
          <a:p>
            <a:pPr/>
            <a:r>
              <a:rPr sz="1200"/>
              <a:t>- Improves performance</a:t>
            </a:r>
          </a:p>
          <a:p>
            <a:pPr/>
            <a:r>
              <a:rPr sz="1200"/>
              <a:t>- Acts as module cache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19. Iterator vs Iterable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Iterable:</a:t>
            </a:r>
          </a:p>
          <a:p>
            <a:pPr/>
            <a:r>
              <a:rPr sz="1200"/>
              <a:t>- Object capable of returning iterator</a:t>
            </a:r>
          </a:p>
          <a:p>
            <a:pPr/>
            <a:r>
              <a:rPr sz="1200"/>
              <a:t>- Example: list, tuple</a:t>
            </a:r>
          </a:p>
          <a:p>
            <a:pPr/>
          </a:p>
          <a:p>
            <a:pPr/>
            <a:r>
              <a:rPr sz="1200"/>
              <a:t>Iterator:</a:t>
            </a:r>
          </a:p>
          <a:p>
            <a:pPr/>
            <a:r>
              <a:rPr sz="1200"/>
              <a:t>- Implements __iter__() and __next__()</a:t>
            </a:r>
          </a:p>
          <a:p>
            <a:pPr/>
            <a:r>
              <a:rPr sz="1200"/>
              <a:t>- Produces values one by one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20. What is Generator?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Generator is a function using yield keyword.</a:t>
            </a:r>
          </a:p>
          <a:p>
            <a:pPr/>
          </a:p>
          <a:p>
            <a:pPr/>
            <a:r>
              <a:rPr sz="1200"/>
              <a:t>Advantages:</a:t>
            </a:r>
          </a:p>
          <a:p>
            <a:pPr/>
            <a:r>
              <a:rPr sz="1200"/>
              <a:t>- Memory efficient</a:t>
            </a:r>
          </a:p>
          <a:p>
            <a:pPr/>
            <a:r>
              <a:rPr sz="1200"/>
              <a:t>- Lazy evaluation</a:t>
            </a:r>
          </a:p>
          <a:p>
            <a:pPr/>
            <a:r>
              <a:rPr sz="1200"/>
              <a:t>- Produces values on demand</a:t>
            </a:r>
          </a:p>
          <a:p>
            <a:pPr/>
          </a:p>
          <a:p>
            <a:pPr/>
            <a:r>
              <a:rPr sz="1200"/>
              <a:t>Useful for large datasets.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21. What is CPython?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CPython is the default Python implementation written in C.</a:t>
            </a:r>
          </a:p>
          <a:p>
            <a:pPr/>
          </a:p>
          <a:p>
            <a:pPr/>
            <a:r>
              <a:rPr sz="1200"/>
              <a:t>Other Implementations:</a:t>
            </a:r>
          </a:p>
          <a:p>
            <a:pPr/>
            <a:r>
              <a:rPr sz="1200"/>
              <a:t>- Jython -&gt; Java</a:t>
            </a:r>
          </a:p>
          <a:p>
            <a:pPr/>
            <a:r>
              <a:rPr sz="1200"/>
              <a:t>- IronPython -&gt; .NET</a:t>
            </a:r>
          </a:p>
          <a:p>
            <a:pPr/>
            <a:r>
              <a:rPr sz="1200"/>
              <a:t>- PyPy -&gt; Optimized implementation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22. Python Thread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Thread States:</a:t>
            </a:r>
          </a:p>
          <a:p>
            <a:pPr/>
            <a:r>
              <a:rPr sz="1200"/>
              <a:t>- New</a:t>
            </a:r>
          </a:p>
          <a:p>
            <a:pPr/>
            <a:r>
              <a:rPr sz="1200"/>
              <a:t>- Runnable</a:t>
            </a:r>
          </a:p>
          <a:p>
            <a:pPr/>
            <a:r>
              <a:rPr sz="1200"/>
              <a:t>- Running</a:t>
            </a:r>
          </a:p>
          <a:p>
            <a:pPr/>
            <a:r>
              <a:rPr sz="1200"/>
              <a:t>- Waiting/Sleeping</a:t>
            </a:r>
          </a:p>
          <a:p>
            <a:pPr/>
            <a:r>
              <a:rPr sz="1200"/>
              <a:t>- Terminated</a:t>
            </a:r>
          </a:p>
          <a:p>
            <a:pPr/>
          </a:p>
          <a:p>
            <a:pPr/>
            <a:r>
              <a:rPr sz="1200"/>
              <a:t>Threads are managed by OS scheduler and Python runtime.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23. Synchronization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Synchronization avoids race conditions.</a:t>
            </a:r>
          </a:p>
          <a:p>
            <a:pPr/>
          </a:p>
          <a:p>
            <a:pPr/>
            <a:r>
              <a:rPr sz="1200"/>
              <a:t>Mechanisms:</a:t>
            </a:r>
          </a:p>
          <a:p>
            <a:pPr/>
            <a:r>
              <a:rPr sz="1200"/>
              <a:t>- Lock</a:t>
            </a:r>
          </a:p>
          <a:p>
            <a:pPr/>
            <a:r>
              <a:rPr sz="1200"/>
              <a:t>- RLock</a:t>
            </a:r>
          </a:p>
          <a:p>
            <a:pPr/>
            <a:r>
              <a:rPr sz="1200"/>
              <a:t>- Semaphore</a:t>
            </a:r>
          </a:p>
          <a:p>
            <a:pPr/>
            <a:r>
              <a:rPr sz="1200"/>
              <a:t>- Condition</a:t>
            </a:r>
          </a:p>
          <a:p>
            <a:pPr/>
            <a:r>
              <a:rPr sz="1200"/>
              <a:t>- Event</a:t>
            </a:r>
          </a:p>
          <a:p>
            <a:pPr/>
            <a:r>
              <a:rPr sz="1200"/>
              <a:t>- Queue</a:t>
            </a:r>
          </a:p>
          <a:p>
            <a:pPr/>
          </a:p>
          <a:p>
            <a:pPr/>
            <a:r>
              <a:rPr sz="1200"/>
              <a:t>Used for safe multithreaded programming.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24. What is Duck Typing?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Python focuses on behavior instead of datatype.</a:t>
            </a:r>
          </a:p>
          <a:p>
            <a:pPr/>
          </a:p>
          <a:p>
            <a:pPr/>
            <a:r>
              <a:rPr sz="1200"/>
              <a:t>Meaning:</a:t>
            </a:r>
          </a:p>
          <a:p>
            <a:pPr/>
            <a:r>
              <a:rPr sz="1200"/>
              <a:t>"If it behaves like duck, treat it like duck"</a:t>
            </a:r>
          </a:p>
          <a:p>
            <a:pPr/>
          </a:p>
          <a:p>
            <a:pPr/>
            <a:r>
              <a:rPr sz="1200"/>
              <a:t>Python checks supported behavior rather than explicit types.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25. Why is Python slower than Java/C++?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Reasons:</a:t>
            </a:r>
          </a:p>
          <a:p>
            <a:pPr/>
            <a:r>
              <a:rPr sz="1200"/>
              <a:t>- Interpreted execution</a:t>
            </a:r>
          </a:p>
          <a:p>
            <a:pPr/>
            <a:r>
              <a:rPr sz="1200"/>
              <a:t>- Dynamic typing</a:t>
            </a:r>
          </a:p>
          <a:p>
            <a:pPr/>
            <a:r>
              <a:rPr sz="1200"/>
              <a:t>- Runtime overhead</a:t>
            </a:r>
          </a:p>
          <a:p>
            <a:pPr/>
            <a:r>
              <a:rPr sz="1200"/>
              <a:t>- GIL limitations</a:t>
            </a:r>
          </a:p>
          <a:p>
            <a:pPr/>
          </a:p>
          <a:p>
            <a:pPr/>
            <a:r>
              <a:rPr sz="1200"/>
              <a:t>However, Python provides faster development speed.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/>
              <a:t>26. Important Internal Interview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200"/>
              <a:t>Prepare These Topics:</a:t>
            </a:r>
          </a:p>
          <a:p>
            <a:pPr/>
            <a:r>
              <a:rPr sz="1200"/>
              <a:t>- PVM</a:t>
            </a:r>
          </a:p>
          <a:p>
            <a:pPr/>
            <a:r>
              <a:rPr sz="1200"/>
              <a:t>- Bytecode</a:t>
            </a:r>
          </a:p>
          <a:p>
            <a:pPr/>
            <a:r>
              <a:rPr sz="1200"/>
              <a:t>- GIL</a:t>
            </a:r>
          </a:p>
          <a:p>
            <a:pPr/>
            <a:r>
              <a:rPr sz="1200"/>
              <a:t>- Memory Management</a:t>
            </a:r>
          </a:p>
          <a:p>
            <a:pPr/>
            <a:r>
              <a:rPr sz="1200"/>
              <a:t>- Threading</a:t>
            </a:r>
          </a:p>
          <a:p>
            <a:pPr/>
            <a:r>
              <a:rPr sz="1200"/>
              <a:t>- Synchronization</a:t>
            </a:r>
          </a:p>
          <a:p>
            <a:pPr/>
            <a:r>
              <a:rPr sz="1200"/>
              <a:t>- Namespace</a:t>
            </a:r>
          </a:p>
          <a:p>
            <a:pPr/>
            <a:r>
              <a:rPr sz="1200"/>
              <a:t>- Iterators &amp; Generators</a:t>
            </a:r>
          </a:p>
          <a:p>
            <a:pPr/>
            <a:r>
              <a:rPr sz="1200"/>
              <a:t>- Import System</a:t>
            </a:r>
          </a:p>
          <a:p>
            <a:pPr/>
            <a:r>
              <a:rPr sz="1200"/>
              <a:t>- Python Execution Lifecycle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